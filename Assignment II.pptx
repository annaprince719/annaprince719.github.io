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8485b7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8485b7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78485b7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78485b7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8485b7a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78485b7a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Anna Prince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Schema, Relation, Instance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 schema: design for how things should relate to one another, i.e. attributes and their respective </a:t>
            </a:r>
            <a:r>
              <a:rPr lang="en"/>
              <a:t>domains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Relation: the table in the database, i.e. the data itself as organized by the schema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Instance:specific instance of a relation, i.e. a “snapshot” of the data at a given point in time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Bank Database Schema Diagram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604850" y="1456825"/>
            <a:ext cx="1545900" cy="126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LOAN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2"/>
                </a:solidFill>
              </a:rPr>
              <a:t>Branch_name</a:t>
            </a:r>
            <a:endParaRPr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Loan_No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Amount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862075" y="1427075"/>
            <a:ext cx="1545900" cy="104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BORROWER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accent6"/>
                </a:highlight>
              </a:rPr>
              <a:t>ID</a:t>
            </a:r>
            <a:endParaRPr>
              <a:solidFill>
                <a:schemeClr val="dk2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Loan_no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830725" y="1456825"/>
            <a:ext cx="1635300" cy="126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BRANCH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2"/>
                </a:solidFill>
              </a:rPr>
              <a:t>Branch_name</a:t>
            </a:r>
            <a:endParaRPr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Branch_city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Branch_assets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862075" y="3255575"/>
            <a:ext cx="1902900" cy="142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CUSTOMER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rgbClr val="FFFF00"/>
                </a:highlight>
              </a:rPr>
              <a:t>ID</a:t>
            </a:r>
            <a:endParaRPr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2"/>
                </a:solidFill>
              </a:rPr>
              <a:t>Cust_name</a:t>
            </a:r>
            <a:endParaRPr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Cust_st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Cust_city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805525" y="3641975"/>
            <a:ext cx="1902900" cy="104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DEPOSITOR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accent6"/>
                </a:highlight>
              </a:rPr>
              <a:t>ID</a:t>
            </a:r>
            <a:endParaRPr>
              <a:solidFill>
                <a:schemeClr val="dk2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accent6"/>
                </a:highlight>
              </a:rPr>
              <a:t>Acc_no</a:t>
            </a:r>
            <a:endParaRPr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748975" y="3448775"/>
            <a:ext cx="1798800" cy="1204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ACCOUNT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accent6"/>
                </a:highlight>
              </a:rPr>
              <a:t>Acc_no</a:t>
            </a:r>
            <a:endParaRPr u="sng">
              <a:solidFill>
                <a:schemeClr val="dk2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2"/>
                </a:solidFill>
              </a:rPr>
              <a:t>Branch_name</a:t>
            </a:r>
            <a:endParaRPr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Balance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7581459" y="2846700"/>
            <a:ext cx="222900" cy="475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 rot="-5400000">
            <a:off x="6141503" y="3788825"/>
            <a:ext cx="245100" cy="72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 rot="5400000">
            <a:off x="3162707" y="3788795"/>
            <a:ext cx="245100" cy="72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 rot="-5400000">
            <a:off x="2866520" y="1513494"/>
            <a:ext cx="270900" cy="894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 rot="5400000">
            <a:off x="5889201" y="1261175"/>
            <a:ext cx="239700" cy="1404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1594359" y="2623775"/>
            <a:ext cx="222900" cy="475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 rot="-3707551">
            <a:off x="5898786" y="2340680"/>
            <a:ext cx="262130" cy="146929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Q3: AI Applications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AI could identify information that isn’t identical, but is redundant. This method could apply to data entry errors or misspellings (“account_no” versus “account_number”), or logic-type errors (e.g. attributes “income” and “salary” repackage the same information).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ChatBots could refine queries based on user input, or write SQL based on written descriptions. This would make it accessible to non-experts and reduce the need for training them.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